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91"/>
                </a:solidFill>
                <a:latin typeface="Marianne"/>
              </a:rPr>
              <a:t>Pipeline IA de dev —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61616"/>
                </a:solidFill>
                <a:latin typeface="Marianne"/>
              </a:rPr>
              <a:t>/analyse &amp; /implement  —  egapro (GitHub) et portage Jira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240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91"/>
                </a:solidFill>
                <a:latin typeface="Marianne"/>
              </a:rPr>
              <a:t>Légende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24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Skill / orchestrateur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10128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Agent (Opus / Sonnet)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77056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Sous-agent · artefact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43983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42569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Gate utilisateur / décision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43200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7249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Mode / branche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310128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2B3137"/>
          </a:solidFill>
          <a:ln w="3175">
            <a:solidFill>
              <a:srgbClr val="2B3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291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Point de contact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77056"/>
            <a:ext cx="502920" cy="365760"/>
          </a:xfrm>
          <a:prstGeom prst="roundRect">
            <a:avLst>
              <a:gd name="adj" fmla="val 10000"/>
            </a:avLst>
          </a:prstGeom>
          <a:solidFill>
            <a:srgbClr val="0052CC"/>
          </a:solidFill>
          <a:ln w="3175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Point de contact Jira (MCP / REST)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1616"/>
                </a:solidFill>
                <a:latin typeface="Marianne"/>
              </a:rPr>
              <a:t>Conventions :  → flux d'exécution   ·   flèche rouge = régression / boucle de reprise   ·   - - - lecture (read-only)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897880"/>
            <a:ext cx="10789920" cy="640080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arianne"/>
              </a:rPr>
              <a:t>Invariant : /analyse ne bouge JAMAIS le board (read-only). code-dev passe les tickets « In progress ». « In review » / « Done » = humain uniquement.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0091"/>
                </a:solidFill>
                <a:latin typeface="Marianne"/>
              </a:rPr>
              <a:t>①  /analyse — egapro (GitHub)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310896"/>
            <a:ext cx="2724912" cy="51206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READ-ONLY board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aucune transition de statut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024128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/analyse [issue# | description]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755648"/>
            <a:ext cx="3886200" cy="566928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Step 0 — Détection du mode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type d'issue ou mots-clés du 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490472"/>
            <a:ext cx="0" cy="25603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49640" y="1755648"/>
            <a:ext cx="3246120" cy="566928"/>
          </a:xfrm>
          <a:prstGeom prst="roundRect">
            <a:avLst>
              <a:gd name="adj" fmla="val 10000"/>
            </a:avLst>
          </a:prstGeom>
          <a:solidFill>
            <a:srgbClr val="2B3137"/>
          </a:solidFill>
          <a:ln w="3175">
            <a:solidFill>
              <a:srgbClr val="2B3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gh issue view → issueType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Feature · Task · Bug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55864" y="2039112"/>
            <a:ext cx="484632" cy="0"/>
          </a:xfrm>
          <a:prstGeom prst="line">
            <a:avLst/>
          </a:prstGeom>
          <a:ln w="15875">
            <a:solidFill>
              <a:srgbClr val="9A9A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— type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product-owner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epic body · ## Besoin métier · ## Analyse 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Epic validé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architect epic-*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découpe → sous-issues + scénarios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4745736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Architecture validée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663440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525780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+ N sous-issues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= spec (ticket-spec-format)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5175504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0248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TASK — type 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architect — mode task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lit body + commentaires · pose des questions si flou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70248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Analyse validée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70248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commentaire ## Analyse architecte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intact · gh issue comment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65592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BUG — type Bug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bug-analyst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repro local / env k8s / visual Figma → root cause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94392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65592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Analyse validée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94392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65592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commentaire ## Analyse du bug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intact · gh issue comment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94392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194560" y="2331720"/>
            <a:ext cx="3904488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331720"/>
            <a:ext cx="0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8" y="2331720"/>
            <a:ext cx="3895344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" y="5852160"/>
            <a:ext cx="11457432" cy="438912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arianne"/>
              </a:rPr>
              <a:t>Sizing XS→XL des feuilles (set_ticket_size.sh)    →    Report · Next : /implement &lt;N&gt;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94560" y="5687568"/>
            <a:ext cx="0" cy="155448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9048" y="4663440"/>
            <a:ext cx="0" cy="117957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94392" y="4663440"/>
            <a:ext cx="0" cy="117957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0091"/>
                </a:solidFill>
                <a:latin typeface="Marianne"/>
              </a:rPr>
              <a:t>②  /implement — egapro (GitHub)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34840" y="896112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/implement &lt;issue#&gt;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444752"/>
            <a:ext cx="4937760" cy="51206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arianne"/>
              </a:rPr>
              <a:t>Step 0–1 — type d'issue + analyse présente ?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## Analyse PO/architecte/bug · subIssues&gt;0 — sinon → /analyse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325880"/>
            <a:ext cx="0" cy="109728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254203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(Feature)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branche d'intégration epic/&lt;N&gt;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5409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Aligner main worktree → epic/&lt;N&gt;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ensure_epic_branch.sh · refuse si dirty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971799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3566160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nohup epic_loop.sh &amp; — background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dispatch parallèle, idempotent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483863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" y="4078224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code-dev (main agent) ×N parallèle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1 worktree/ticket · spawne 6 sous-agents 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9592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4590288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squash-merge PR → epic/&lt;N&gt;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process_tick_result.sh · débloque les dépendances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450799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510235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E2E (e2e-dev) → doc-writer → PR finale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régression → architect-rework → re-loop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5020055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" y="561441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d'acceptation utilisateur (/loop /report)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changements → architect-rework (boucle)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5532120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36792" y="254203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TASK / BUG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PR mergée à la main (humain)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05409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worktree + docker · create_linked_branch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statut → In progress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9992" y="2971799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36792" y="3566160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code-dev (CLI foreground, main agent)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Sonnet|Opus · spawne 6 sous-agents 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79992" y="3483863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36792" y="4078224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Verdict JSON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validated→e2e-dev · refacto→/analyse · regression→architect-rework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79992" y="399592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36792" y="4590288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e2e-dev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couverture E2E · push sur la PR (re-déclenche la CI)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79992" y="450799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36792" y="510235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PR draft → ready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ticket reste In progress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79992" y="5020055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108960" y="1956816"/>
            <a:ext cx="2971800" cy="57607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1956816"/>
            <a:ext cx="2999232" cy="57607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5760" y="6144768"/>
            <a:ext cx="11457432" cy="475488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000091"/>
                </a:solidFill>
                <a:latin typeface="Marianne"/>
              </a:rPr>
              <a:t>▸ Sous-agents spawnés par code-dev (dans les deux modes)</a:t>
            </a:r>
          </a:p>
          <a:p>
            <a:pPr algn="ctr"/>
            <a:r>
              <a:rPr sz="900">
                <a:solidFill>
                  <a:srgbClr val="000091"/>
                </a:solidFill>
                <a:latin typeface="Marianne"/>
              </a:rPr>
              <a:t>tu-dev (TU + intégration) · validator · structural-auditor · rgaa-auditor · security-auditor · functional-validator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6934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61616"/>
                </a:solidFill>
                <a:latin typeface="Marianne"/>
              </a:rPr>
              <a:t>code-dev = main agent (un sous-agent ne peut pas en spawner). Board : In progress = code-dev · In review / Done = humain.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0091"/>
                </a:solidFill>
                <a:latin typeface="Marianne"/>
              </a:rPr>
              <a:t>③  /analyse — projet Jira (MCP)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8280" y="310896"/>
            <a:ext cx="2724912" cy="51206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READ-ONLY workflow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aucune transition de statut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024128"/>
            <a:ext cx="3246120" cy="457200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/analyse [issue# | description]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755648"/>
            <a:ext cx="3886200" cy="566928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Step 0 — Détection du mode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type d'issue ou mots-clés du 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1490472"/>
            <a:ext cx="0" cy="25603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49640" y="1755648"/>
            <a:ext cx="3246120" cy="566928"/>
          </a:xfrm>
          <a:prstGeom prst="roundRect">
            <a:avLst>
              <a:gd name="adj" fmla="val 10000"/>
            </a:avLst>
          </a:prstGeom>
          <a:solidFill>
            <a:srgbClr val="0052CC"/>
          </a:solidFill>
          <a:ln w="3175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getJiraIssue → issuetype</a:t>
            </a:r>
          </a:p>
          <a:p>
            <a:pPr algn="ctr"/>
            <a:r>
              <a:rPr sz="750">
                <a:solidFill>
                  <a:srgbClr val="FFFFFF"/>
                </a:solidFill>
                <a:latin typeface="Marianne"/>
              </a:rPr>
              <a:t>Epic→epic · Story/Task→task · Bug→bug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55864" y="2039112"/>
            <a:ext cx="484632" cy="0"/>
          </a:xfrm>
          <a:prstGeom prst="line">
            <a:avLst/>
          </a:prstGeom>
          <a:ln w="15875">
            <a:solidFill>
              <a:srgbClr val="9A9AB8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— type Epic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product-owner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epic body · ## Besoin métier · ## Analyse 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Epic validé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architect epic-*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découpe → sous-issues + scénarios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4745736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Architecture validée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663440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525780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+ N sous-issues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= spec (ticket-spec-format)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5175504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0248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TASK — type Story/Task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architect — mode task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lit body + commentaires · pose des questions si flou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70248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Analyse validée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70248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commentaire ## Analyse architecte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intact · addCommentToJiraIssue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65592" y="2697480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BUG — type Bug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3209544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bug-analyst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repro local / env k8s / visual Figma → root cause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94392" y="312724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65592" y="3721608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utilisateur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Analyse validée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94392" y="363931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65592" y="4233672"/>
            <a:ext cx="36576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commentaire ## Analyse du bug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body intact · addCommentToJiraIssue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94392" y="4151376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194560" y="2331720"/>
            <a:ext cx="3904488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331720"/>
            <a:ext cx="0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8" y="2331720"/>
            <a:ext cx="3895344" cy="35661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" y="5852160"/>
            <a:ext cx="11457432" cy="438912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Marianne"/>
              </a:rPr>
              <a:t>Sizing → editJiraIssue (story points)    →    Report · Next : /implement &lt;N&gt;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94560" y="5687568"/>
            <a:ext cx="0" cy="155448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9048" y="4663440"/>
            <a:ext cx="0" cy="117957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94392" y="4663440"/>
            <a:ext cx="0" cy="1179576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5760" y="63825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61616"/>
                </a:solidFill>
                <a:latin typeface="Marianne"/>
              </a:rPr>
              <a:t>Outils MCP : getJiraIssue · createJiraIssue · addCommentToJiraIssue · editJiraIssue   (noms = serveur Atlassian Rovo ; vérifier sur le serveur installé)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0091"/>
                </a:solidFill>
                <a:latin typeface="Marianne"/>
              </a:rPr>
              <a:t>④  /implement — projet Jira (MCP + REST)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34840" y="896112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/implement &lt;issue#&gt;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444752"/>
            <a:ext cx="4937760" cy="51206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Marianne"/>
              </a:rPr>
              <a:t>Step 0–1 — type d'issue + analyse présente ?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## Analyse PO/architecte/bug · subIssues&gt;0 — sinon → /analyse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325880"/>
            <a:ext cx="0" cy="109728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732520" y="896112"/>
            <a:ext cx="3090672" cy="1078992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Marianne"/>
              </a:rPr>
              <a:t>⚠  MCP ≠ bash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Phase conversationnelle (task/bug) → Jira MCP.  Boucle epic (nohup, sans LLM) → Jira REST via curl.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4203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EPIC (Feature)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board via Jira REST (curl)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5409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Aligner main worktree → epic/&lt;N&gt;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ensure_epic_branch.sh · refuse si dirty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971799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" y="3566160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nohup epic_loop.sh &amp; — background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mutations board en REST /transitions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483863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4078224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code-dev (main agent) ×N parallèle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1 worktree/ticket · spawne 6 sous-agents 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99592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4590288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squash-merge PR → epic/&lt;N&gt;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process_tick_result.sh · débloque les dépendances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450799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510235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E2E (e2e-dev) → doc-writer → PR finale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régression → architect-rework → re-loop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5020055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561441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Gate d'acceptation utilisateur (/loop /report)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changements → architect-rework (boucle)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5532120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36792" y="254203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TASK / BUG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board via Jira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054096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 w="317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worktree + docker · create_linked_branch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statut → In progress (transitionJiraIssue)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9992" y="2971799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36792" y="3566160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code-dev (CLI foreground, main agent)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Sonnet|Opus · spawne 6 sous-agents 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9992" y="3483863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36792" y="4078224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1000F"/>
          </a:solidFill>
          <a:ln w="3175">
            <a:solidFill>
              <a:srgbClr val="E1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Verdict JSON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validated→e2e-dev · refacto→/analyse · regression→architect-rework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9992" y="3995928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36792" y="4590288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 w="3175">
            <a:solidFill>
              <a:srgbClr val="6A6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rianne"/>
              </a:rPr>
              <a:t>e2e-dev (Opus)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Marianne"/>
              </a:rPr>
              <a:t>couverture E2E · push sur la PR (re-déclenche la CI)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4507992"/>
            <a:ext cx="0" cy="7315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36792" y="5102352"/>
            <a:ext cx="5486400" cy="420624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000091"/>
                </a:solidFill>
                <a:latin typeface="Marianne"/>
              </a:rPr>
              <a:t>PR draft → ready</a:t>
            </a:r>
          </a:p>
          <a:p>
            <a:pPr algn="ctr"/>
            <a:r>
              <a:rPr sz="800">
                <a:solidFill>
                  <a:srgbClr val="000091"/>
                </a:solidFill>
                <a:latin typeface="Marianne"/>
              </a:rPr>
              <a:t>ticket reste In progress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79992" y="5020055"/>
            <a:ext cx="0" cy="73153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108960" y="1956816"/>
            <a:ext cx="2971800" cy="57607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80760" y="1956816"/>
            <a:ext cx="2999232" cy="576072"/>
          </a:xfrm>
          <a:prstGeom prst="line">
            <a:avLst/>
          </a:prstGeom>
          <a:ln w="19050">
            <a:solidFill>
              <a:srgbClr val="0000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" y="6144768"/>
            <a:ext cx="11457432" cy="475488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 w="9525">
            <a:solidFill>
              <a:srgbClr val="000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000091"/>
                </a:solidFill>
                <a:latin typeface="Marianne"/>
              </a:rPr>
              <a:t>▸ Sous-agents spawnés par code-dev (dans les deux modes)</a:t>
            </a:r>
          </a:p>
          <a:p>
            <a:pPr algn="ctr"/>
            <a:r>
              <a:rPr sz="900">
                <a:solidFill>
                  <a:srgbClr val="000091"/>
                </a:solidFill>
                <a:latin typeface="Marianne"/>
              </a:rPr>
              <a:t>tu-dev (TU + intégration) · validator · structural-auditor · rgaa-auditor · security-auditor · functional-validator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6934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61616"/>
                </a:solidFill>
                <a:latin typeface="Marianne"/>
              </a:rPr>
              <a:t>Code / PR restent sur l'hôte git ; lien Jira via clé d'issue (Smart Commits). code-dev = main agent (un sous-agent ne peut pas en spawner). Board : In progress = code-dev · In review / Done = humain.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