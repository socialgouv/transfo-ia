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201400" cy="4114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7FC8"/>
                </a:solidFill>
                <a:latin typeface="Marianne"/>
              </a:rPr>
              <a:t>TRANSFORMATION IA · MINISTÈRES SOCIAUX · SEMAINE DU 3 AU 7 AOÛT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83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F7FC8"/>
                </a:solidFill>
                <a:latin typeface="Marianne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01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000091"/>
                </a:solidFill>
                <a:latin typeface="Marianne"/>
              </a:rPr>
              <a:t>De l'usage individuel à l'adoption par les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77440"/>
            <a:ext cx="11201400" cy="9144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91440"/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B2B2B"/>
                </a:solidFill>
                <a:latin typeface="Marianne"/>
              </a:rPr>
              <a:t>Le sujet n'est pas d'installer un outil, mais de faire de l'IA une vraie pratique d'équipe : on accompagne chaque rôle sur son métier, on lève les freins (outillage interne, souveraineté), et la demande devient entrante — les équipes viennent nous chercher.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77440"/>
            <a:ext cx="54864" cy="914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5661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307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Les équipes accompagnées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965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Marianne"/>
              </a:rPr>
              <a:t>6 équipes · 4 métiers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62272"/>
            <a:ext cx="3246120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Egapro — périmètre pilote, le plus avancé.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DACCORD — équipe moteur, passée à l'acte en autonomie.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SIRENA — demande entrante : la cheffe de projet exige d'être formée.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VAO — en découverte, atelier préparé.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Transverse — architectes, designers, référentiels, CEPS.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5661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5661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307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Rôles avec lesquels ça avance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0965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Marianne"/>
              </a:rPr>
              <a:t>Autant de leviers que de métiers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4462272"/>
            <a:ext cx="3246120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Développeurs — orchestration de subagents, system prompts, code &amp; tests.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Chefs de projet / PM — SIRENA (Aurélie) · DACCORD (Kahina).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Designers — prototypes, skills UX, cible DSFR.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Architectes — DA générés, référentiels outillés.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PO &amp; Recherche utilisateurs — en synchronisation (Olivier, Felix).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3566160"/>
            <a:ext cx="36118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35661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37307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Ce qui conditionne l'échelle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096512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Marianne"/>
              </a:rPr>
              <a:t>Outillage interne + souveraineté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462272"/>
            <a:ext cx="3246120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Outillage des postes internes — packaging par le centre logiciel ou compte admin temporaire.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Bedrock avec AWS — large catalogue, dont open-weight, avec observabilité et coûts maîtrisés.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Bench souveraineté &amp; conformité — pour choisir la direction (prix / perf / souveraineté / conformité).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97880"/>
            <a:ext cx="11201400" cy="731520"/>
          </a:xfrm>
          <a:prstGeom prst="rect">
            <a:avLst/>
          </a:prstGeom>
          <a:solidFill>
            <a:srgbClr val="DA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91440"/>
          <a:lstStyle/>
          <a:p>
            <a:pPr algn="ctr">
              <a:lnSpc>
                <a:spcPct val="115000"/>
              </a:lnSpc>
            </a:pPr>
            <a:r>
              <a:rPr sz="1300">
                <a:solidFill>
                  <a:srgbClr val="2B2B2B"/>
                </a:solidFill>
                <a:latin typeface="Marianne"/>
              </a:rPr>
              <a:t>Le déclic, métier par métier — DACCORD : devs (orchestration subagents) + PM, en autonomie. SIRENA : PM formée mi-août. Architectes : 5 use cases émergés en atelier. PO/RU : map des use cases avec Olivier et Felix. Accompagnement réel + freins levés = une dynamique d'équipe.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897880"/>
            <a:ext cx="54864" cy="731520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